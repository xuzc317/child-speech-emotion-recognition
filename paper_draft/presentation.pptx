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儿童语音情绪识别</a:t>
            </a:r>
          </a:p>
          <a:p>
            <a:pPr>
              <a:defRPr sz="2600">
                <a:solidFill>
                  <a:srgbClr val="8888AA"/>
                </a:solidFill>
              </a:defRPr>
            </a:pPr>
            <a:r>
              <a:t>Distribution-Driven Child SER</a:t>
            </a:r>
          </a:p>
          <a:p>
            <a:pPr>
              <a:defRPr sz="2000">
                <a:solidFill>
                  <a:srgbClr val="8888AA"/>
                </a:solidFill>
              </a:defRPr>
            </a:pPr>
            <a:r>
              <a:t>63-experiment systematic comparison</a:t>
            </a:r>
          </a:p>
          <a:p>
            <a:pPr>
              <a:defRPr sz="1400">
                <a:solidFill>
                  <a:srgbClr val="E03E2D"/>
                </a:solidFill>
              </a:defRPr>
            </a:pPr>
            <a:r>
              <a:t>数据均为模拟值 [待实验验证]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1. 项目背景与研究动机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儿童SER的现实意义与核心挑战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应用: 教育辅导 / 医疗监测 / 儿童陪伴机器人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核心挑战: (1)儿童语音声学特性与成人系统性不同 (F0: 250-330 vs ~120Hz)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(2)最大儿童语料库为演绎式——生态效度质疑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(3)语料库级分布偏移与SER准确率关系未被系统测量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三大数据集概览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C-BESD: 6类/4,179样本/70儿童/演绎式/马来语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FAU Aibo: 4类/18,216样本/51儿童(10-13岁)/自发性/德语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IEMOCAP: 4类/8,525样本/10成人/演绎式/英语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儿童特征: F0 169-329Hz, SNR 7-26dB, 音节速率 1.5-4.5 syll/s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2. 数据处理与标准化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关键数据操作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C-BESD修复: 旧方案237伪speaker → 新方案70真实child ID (消除泄露风险)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FAU 5→4类映射: A+E→Angry(5093), P→Happy(889), N→Neutral(10967), R→Sad(1267)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说话人划分: MD5 hash, 70/15/15, 零重叠验证通过 (C-BESD:51/9/10, FAU:35/7/9, IEM:5/2/3)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3. 方法架构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模型架构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WavLM Base (frozen, 94M) → Learnable Layer Fusion (12 params) →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Temporal Pooling (3 variants, 111K params) → SE-MLP (593K) → Total: ~704K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三种池化策略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Mean Pooling: u = (1/T)sum(h_t) [0 params]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Self-Attention: a_t = v^T tanh(W1·h_t+b1), u = sum(softmax(a)·h) [111K]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Prosody-Guided: Same formula but p_t=[logF0,logE], h_tilde=[h_t;p_t] [111K]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关键: 参数严格匹配, 差异仅来自韵律先验有无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4. 实验设计 (63组)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七大实验系列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E1:域内池化(9) | E2:WavLM解冻(6) | E3:零样本矩阵(18) | E4:增强敏感性(12)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E5:层融合消融(9) | E6:组块消融(6) | E7:模型迁移(6)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预计GPU: ~46h RTX4090D | 7批次 | 3seeds×42组 + 1seed×21组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E1: 域内池化基线 [待实验验证]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C-BESD: Mean~78%, Self-Attn~93%, Prosody~91%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FAU: Mean~62%, Self-Attn~66.5%, Prosody~65%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IEMOCAP: Mean~54.5%, Self-Attn~76%, Prosody~66%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Self-Attn最优; 但FAU上Prosody差距仅1.5pp vs IEMOCAP上10pp —— 韵律先验儿童特异性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E3: 零样本迁移矩阵 [待实验验证]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C→F:~20%  C→I:~33%  F→C:~25.5%  F→I:~24.5%  I→C:~33.5%  I→F:~21.5%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全部&lt;34% —— 分布偏移是主导失败模式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FD-WA严格单调: Spearman ρ=-0.95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5. 核心发现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四大发现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① FD-WA严格单调: FD每增加, WA必下降 (增强/年龄/风格三维度均成立)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② 韵律先验儿童特异性: 儿童+2pp vs 成人-10pp, 方向反转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③ 成人增强不可迁移: 成人数据混入儿童训练 → -25pp (比加噪声还差)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④ WavLM中层一致偏好: L7-L9权重最高, 层融合贡献单模块最大增益+10pp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6. 总结与展望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进度与下一步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[OK] 数据管道修复 (C-BESD 6类, FAU 4类, 零泄露验证)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[OK] 论文初稿 + 汇报PPT (数据标注[待实验验证])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[  ] AutoDL实验 (63组, 待SSH连接)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[  ] 数据填入 + 终稿润色 (nature-polishing)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[  ] 配图重绘 (nature-figure)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需要你: AutoDL SSH连接信息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