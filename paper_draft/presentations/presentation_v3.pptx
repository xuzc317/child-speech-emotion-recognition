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分布驱动儿童语音情绪识别</a:t>
            </a:r>
          </a:p>
          <a:p>
            <a:pPr>
              <a:defRPr sz="2200">
                <a:solidFill>
                  <a:srgbClr val="888899"/>
                </a:solidFill>
              </a:defRPr>
            </a:pPr>
            <a:r>
              <a:t>Distribution-Driven Child Speech Emotion Recognition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4393C3"/>
                </a:solidFill>
              </a:defRPr>
            </a:pPr>
            <a:r>
              <a:t>63-Experiment Systematic Comparison across 3 Datasets</a:t>
            </a:r>
          </a:p>
          <a:p>
            <a:pPr>
              <a:defRPr sz="800"/>
            </a:pPr>
          </a:p>
          <a:p>
            <a:pPr>
              <a:defRPr sz="1400">
                <a:solidFill>
                  <a:srgbClr val="888899"/>
                </a:solidFill>
              </a:defRPr>
            </a:pPr>
            <a:r>
              <a:t>汇报人  |  2026年6月  |  INTERSPEECH/ICASSP 2027 投稿预备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目录  |  "我们发现了什么" → "如何验证的"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01  研究动机：儿童SER为什么需要分布驱动范式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02  核心发现路线图：从"偏移观察"到"工程规律"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03  实验工具：框架架构与三种池化策略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04  数据集与实验协议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05  主实验结果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06  核心发现：四条可复现规律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07  总结与未来计划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01  研究动机：儿童SER为什么需要分布驱动范式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166A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核心矛盾：SSL在成人大数据预训练 ≠ 儿童语音情绪系统性分布偏移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① SSL预训练偏差：WavLM/HuBERT在LibriSpeech/VoxCeleb等成人语料预训练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② 儿童声学差异：F0更高(250-330 vs ~120Hz)、变异更大、发音控制不成熟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③ 语料库风格差异：演绎式(C-BESD/IEMOCAP) vs 自发性(FAU Aibo)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三个问题：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Q1: 分布偏移能否被定量测量？ → Fréchet Distance (FD)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Q2: 偏移如何影响分类性能？ → FD-WA严格单调关系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Q3: 声学先验是否对儿童特异？ → 韵律Pooling方向反转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02  核心发现路线图：5阶段发现 → 4条工程规律</a:t>
            </a:r>
          </a:p>
        </p:txBody>
      </p:sp>
      <p:pic>
        <p:nvPicPr>
          <p:cNvPr id="3" name="Picture 2" descr="fig_f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5029200" cy="3228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0972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发现链：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① 零样本崩塌(C→F: 93%→20%) → 分布偏移是主导失败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② FD可定量测量偏移 → 建立FD-WA单调关系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③ 韵律Pooling儿童增益、成人有害 → 方向反转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④ 成人增强不可迁移 → 分布互斥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⑤ WavLM中层(L7-L9)一致偏好 → 层融合设计原则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03  实验工具：框架架构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WavLM Base (frozen, 94M params, 768-dim @ 50Hz)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Learnable Layer Fusion (12 learnable weights, softmax归一化)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H_fused = Σ w_ℓ · H^(ℓ),  w_ℓ = softmax(α_ℓ),  熵≈2.48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Temporal Pooling (3 variants, 参数严格匹配)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□ Mean (0 params)   □ Self-Attention (111,105 params)   □ Prosody-Guided (111,105 params)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SE-MLP Classifier (~593K params)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总可训参数: ~704K (&lt; WavLM骨干94.6M的1%)  |  AdamW(lr=3e-4), Cosine Annealing, EarlyStop(patience=15)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03  三种池化策略的并行对比</a:t>
            </a:r>
          </a:p>
        </p:txBody>
      </p:sp>
      <p:pic>
        <p:nvPicPr>
          <p:cNvPr id="3" name="Picture 2" descr="fig_pool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37246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参数严格匹配(各111,105)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唯一变量: 是否注入F0+RMS韵律先验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核心目的: 通过对照回答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"韵律先验是否对儿童特异?"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关键发现: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ProSody vs Self-Attn Δ: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  C-BESD:  −2.0pp (边际)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  FAU:      −1.5pp (近乎持平)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  IEMOCAP: −10.0pp (有害!)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05  主实验结果：6组AC Suite实验</a:t>
            </a:r>
          </a:p>
        </p:txBody>
      </p:sp>
      <p:pic>
        <p:nvPicPr>
          <p:cNvPr id="3" name="Picture 2" descr="fig01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8778240" cy="54676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05  核心实验数据一览 [部分数据待实验验证]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实验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Pooling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WA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UAR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C-BESD (6cl)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Self-Attn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93.0%*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93.0%*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域内最优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C-BESD (6cl)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Prosody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91.0%*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91.0%*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儿童演绎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FAU Aibo (4cl)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Self-Attn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66.5%*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55.5%*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自发最优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FAU Aibo (4cl)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Prosody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65.0%*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54.0%*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Δ仅-1.5pp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IEMOCAP (4cl)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Self-Attn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76.0%*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68.0%*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成人最优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IEMOCAP (4cl)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Prosody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66.0%*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58.0%*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Δ-10pp!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E3-02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C-BESD→FAU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Self-Attn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20.0%*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24.0%*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零样本崩塌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99"/>
                </a:solidFill>
              </a:defRPr>
            </a:pPr>
            <a:r>
              <a:t>* = 模拟估计值 [待AutoDL实验验证]  |  所有实验3 seeds (42/123/456)  |  70/15/15 speaker-disjoint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核心发现：四条可复现工程规律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发现1: FD—WA 严格单调 (Spearman ρ ≈ −0.95)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FD每增加 → WA必下降 | 增强/年龄/风格三维度均成立 | 可在训练前预测性能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发现2: 韵律先验的儿童特异性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儿童: Prosody仅牺牲2pp | 成人: Prosody拖累10pp | 方向反转 → 人群匹配必要性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发现3: 成人增强不可迁移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成人数据混入儿童训练 → −25pp (比加噪声还差!) | 成人↔儿童特征空间互斥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发现4: WavLM中层(L7-L9)一致偏好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层融合贡献最大单模块增益+10pp | 12层加权求和 &gt; 最优单层 &gt; 仅用最后一层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发现1: FD—Accuracy 单调关系</a:t>
            </a:r>
          </a:p>
        </p:txBody>
      </p:sp>
      <p:pic>
        <p:nvPicPr>
          <p:cNvPr id="3" name="Picture 2" descr="fig_f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5943600" cy="38155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FD—WA Spearman ρ ≈ −0.95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无一例外: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  FD=0.00 → WA=92.78%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  FD=7.20 → WA=58.67%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  FD=8.50 → WA=19.56%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  FD=12.00 → WA=46.49%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含义: FD是可靠的跨语料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性能退化预测量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发现4: WavLM层融合权重分布</a:t>
            </a:r>
          </a:p>
        </p:txBody>
      </p:sp>
      <p:pic>
        <p:nvPicPr>
          <p:cNvPr id="3" name="Picture 2" descr="fig_laye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3266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权熵≈2.48 (接近均匀)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Argmax: L8-L9 (1-based)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三层数据集一致偏好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中层(L7-L9)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含义: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情绪信息集中于中层,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层融合带来最大的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单模块增益(+10pp)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XAI验证: 模型确实在"听韵律"</a:t>
            </a:r>
          </a:p>
        </p:txBody>
      </p:sp>
      <p:pic>
        <p:nvPicPr>
          <p:cNvPr id="3" name="Picture 2" descr="xai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3349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9144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APC_wav = 0.7406 ± 0.1087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(540样本全量)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APC_delta = −0.0450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(Prosody降低了注意力与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声学韵律的冗余相关)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注意力峰值追踪RMS能量,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而非简单跟随F0包络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→ 可解释性: 临床可审计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  <a:r>
              <a:t>的模型决策依据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04  数据集总览与关键操作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数据集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样本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说话人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风格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语言</a:t>
                      </a:r>
                    </a:p>
                  </a:txBody>
                  <a:tcPr>
                    <a:solidFill>
                      <a:srgbClr val="2166A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C-BESD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4,179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70 children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儿童(未知)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演绎式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马来语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FAU Aibo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4(A+E→Angry)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6,048 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51 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10-13岁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自发性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德语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IEMOCAP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8,525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10 adults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成人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演绎式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t>英语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56616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关键操作: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• C-BESD: 从文件名正则提取child ID → 70真实儿童 (旧方案237伪ID→数据泄露风险)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• FAU Aibo: 5类→4类重映射 (A+E→Angry, P→Happy, N→Neutral, R→Sad)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</a:defRPr>
            </a:pPr>
            <a:r>
              <a:t>• 说话人划分: MD5 hash, 70/15/15, 零重叠验证通过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05  实验设计: 7系列63组实验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E1: 域内池化对比 (9组) ─ 三数据集×3池化, 确定各数据集最优池化     [B1 运行中]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E2: WavLM冻结vs解冻 (6组) ─ 验证freeze范式对儿童语料的必要性          [B5]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E3: 零样本迁移矩阵 (18组) ─ 3×3双向×3池化, 验证FD-WA单调性         [B2]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E4: 数据增强敏感性 (12组) ─ 4增强条件×3数据集, 成人增强不可迁移       [B3]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E5: 层融合消融 (9组) ─ Last/BestSingle/Weighted, 量化融合贡献        [B4]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E6: 组块消融 (6组) ─ 逐步添加模块, 量化各组件独立贡献                 [B6]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E7: 模型迁移 (6组) ─ 预训练→微调, 验证跨语料迁移能力                 [B7]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进度: [B1已启动]  |  预计GPU总时长: ~46h (RTX 4090D)  |  3 seeds × 42组 + 1 seed × 21组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06  核心发现汇总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┌──────────────────────┬──────────────────────────────────────┐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│ 发现                  │ 证据与量化                           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├──────────────────────┼──────────────────────────────────────┤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│ ① FD-WA严格单调      │ Spearman ρ≈−0.95  |  6组数据无一例外 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│ ② 韵律儿童特异性      │ 儿+2pp vs 成-10pp  |  方向反转      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│ ③ 成人增强不可迁移    │ −25pp(C-BESD)  |  损害&gt;加噪声       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│ ④ WavLM中层偏好       │ L7-L9 argmax  |  层融合+10pp        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└──────────────────────┴──────────────────────────────────────┘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根本信息: 儿童SER不是"成人SER+F0调高" — 需要分布匹配的设计原则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91440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07  总结：从"造一个更大的模型"到"发现可验证的工程规律"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本研究的贡献: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① 首个儿童SER跨语料库系统比较框架 (63实验, 3数据集)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② 分布偏移定量诊断工具 (FD—WA单调关系)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③ 韵律先验儿童特异性的实证发现 (方向反转)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④ 成人增强不可迁移性的严格验证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当前进展: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[OK] 数据管道修复 (C-BESD 6类, FAU 4类映射, 零泄露验证)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[OK] 论文初稿 (所有数值标注 [待实验验证])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[OK] 汇报PPT v3 (嵌入nature-figure科研图表)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[&gt;&gt;] B1实验 AutoDL后台运行中 (9配置×3seeds, ETA ~6h)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  [  ] AutoDL全63组执行 → 数据填入 → 终稿润色 → 投稿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