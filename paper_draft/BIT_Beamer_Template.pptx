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2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3108960"/>
            <a:ext cx="12008815" cy="54864"/>
          </a:xfrm>
          <a:prstGeom prst="rect">
            <a:avLst/>
          </a:prstGeom>
          <a:solidFill>
            <a:srgbClr val="398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论文标题 Title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副标题 Subtitle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作者姓名 / Author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单位 / Institution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2026年6月 /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4114800"/>
            <a:ext cx="27432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Arial"/>
              </a:defRPr>
            </a:pPr>
            <a:r>
              <a:t>[LOGO]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4A15"/>
                </a:solidFill>
                <a:latin typeface="Arial"/>
              </a:defRPr>
            </a:pPr>
            <a:r>
              <a:t>目录 /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398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1. 研究背景与动机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2. 数据集与预处理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3. 模型架构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4. 实验设计与结果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5. 分析与讨论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Arial"/>
              </a:defRPr>
            </a:pPr>
            <a:r>
              <a:t>6. 总结与展望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作者 | 单位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/>
              </a:defRPr>
            </a:pPr>
            <a:r>
              <a:t>论文标题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N /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4A15"/>
                </a:solidFill>
                <a:latin typeface="Arial"/>
              </a:defRPr>
            </a:pPr>
            <a:r>
              <a:t>内容页标题 / 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1460175" cy="36576"/>
          </a:xfrm>
          <a:prstGeom prst="rect">
            <a:avLst/>
          </a:prstGeom>
          <a:solidFill>
            <a:srgbClr val="398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正文内容区域</a:t>
            </a:r>
            <a:br/>
            <a:br/>
            <a:r>
              <a:t>- 项目符号文本</a:t>
            </a:r>
            <a:br/>
            <a:r>
              <a:t>- 第二个要点</a:t>
            </a:r>
            <a:br/>
            <a:r>
              <a:t>- 第三个要点</a:t>
            </a:r>
            <a:br/>
            <a:br/>
            <a:r>
              <a:t>可插入图片、表格、公式</a:t>
            </a:r>
            <a:br/>
            <a:br/>
            <a:r>
              <a:t>[Content Area]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作者 | 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/>
              </a:defRPr>
            </a:pPr>
            <a:r>
              <a:t>论文标题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N / 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2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4A15"/>
                </a:solidFill>
                <a:latin typeface="Arial"/>
              </a:defRPr>
            </a:pPr>
            <a:r>
              <a:t>图表页 / Figure &amp;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1460175" cy="36576"/>
          </a:xfrm>
          <a:prstGeom prst="rect">
            <a:avLst/>
          </a:prstGeom>
          <a:solidFill>
            <a:srgbClr val="398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[ 图表 / Figure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Arial"/>
              </a:defRPr>
            </a:pPr>
            <a:r>
              <a:t>图表说明文字</a:t>
            </a:r>
            <a:br/>
            <a:br/>
            <a:r>
              <a:t>要点一</a:t>
            </a:r>
            <a:br/>
            <a:r>
              <a:t>要点二</a:t>
            </a:r>
            <a:br/>
            <a:r>
              <a:t>要点三</a:t>
            </a:r>
            <a:br/>
            <a:br/>
            <a:r>
              <a:t>[Description Area]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635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Arial"/>
              </a:defRPr>
            </a:pPr>
            <a:r>
              <a:t>作者 | 单位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629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Arial"/>
              </a:defRPr>
            </a:pPr>
            <a:r>
              <a:t>论文标题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629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Arial"/>
              </a:defRPr>
            </a:pPr>
            <a:r>
              <a:t>N / 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Section Title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18288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Arial"/>
              </a:defRPr>
            </a:pPr>
            <a:r>
              <a:t>章节副标题 / Section Subtitle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A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Arial"/>
              </a:defRPr>
            </a:pPr>
            <a:r>
              <a:t>联系方式 / Contact: email@example.com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